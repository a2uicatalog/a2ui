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to action. Say the one thing: the agent describes the interface, the catalogue draws it. Point at the button or the QR code, both open a2uicatalog.ai.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a2uicatalog.ai" TargetMode="Externa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731520" y="1461516"/>
            <a:ext cx="7406640" cy="1487423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Give your agent a catalogue of interfaces it can compose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Subhead"/>
          <p:cNvSpPr txBox="1"/>
          <p:nvPr/>
        </p:nvSpPr>
        <p:spPr>
          <a:xfrm>
            <a:off x="731520" y="3223260"/>
            <a:ext cx="658368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500+ declarative building blocks. One open schema. Your agent describes the interface; the renderer draws it.</a:t>
            </a:r>
          </a:p>
        </p:txBody>
      </p:sp>
      <p:sp>
        <p:nvSpPr>
          <p:cNvPr id="5" name="Chip: Open schema"/>
          <p:cNvSpPr/>
          <p:nvPr/>
        </p:nvSpPr>
        <p:spPr>
          <a:xfrm>
            <a:off x="731520" y="4436364"/>
            <a:ext cx="1858662" cy="457200"/>
          </a:xfrm>
          <a:prstGeom prst="roundRect">
            <a:avLst/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800" b="1" lang="en-US">
                <a:solidFill>
                  <a:srgbClr val="EAEFF5"/>
                </a:solidFill>
                <a:latin typeface="Roboto"/>
              </a:rPr>
              <a:t>Open schema</a:t>
            </a:r>
          </a:p>
        </p:txBody>
      </p:sp>
      <p:sp>
        <p:nvSpPr>
          <p:cNvPr id="6" name="Chip: Many surfaces"/>
          <p:cNvSpPr/>
          <p:nvPr/>
        </p:nvSpPr>
        <p:spPr>
          <a:xfrm>
            <a:off x="2773062" y="4436364"/>
            <a:ext cx="1977520" cy="457200"/>
          </a:xfrm>
          <a:prstGeom prst="roundRect">
            <a:avLst/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800" b="1" lang="en-US">
                <a:solidFill>
                  <a:srgbClr val="EAEFF5"/>
                </a:solidFill>
                <a:latin typeface="Roboto"/>
              </a:rPr>
              <a:t>Many surfaces</a:t>
            </a:r>
          </a:p>
        </p:txBody>
      </p:sp>
      <p:sp>
        <p:nvSpPr>
          <p:cNvPr id="7" name="Chip: Built for agents"/>
          <p:cNvSpPr/>
          <p:nvPr/>
        </p:nvSpPr>
        <p:spPr>
          <a:xfrm>
            <a:off x="4933462" y="4436364"/>
            <a:ext cx="2040488" cy="457200"/>
          </a:xfrm>
          <a:prstGeom prst="roundRect">
            <a:avLst/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800" b="1" lang="en-US">
                <a:solidFill>
                  <a:srgbClr val="EAEFF5"/>
                </a:solidFill>
                <a:latin typeface="Roboto"/>
              </a:rPr>
              <a:t>Built for agents</a:t>
            </a:r>
          </a:p>
        </p:txBody>
      </p:sp>
      <p:sp>
        <p:nvSpPr>
          <p:cNvPr id="8" name="Button: Try the catalogue">
            <a:hlinkClick r:id="rId2"/>
          </p:cNvPr>
          <p:cNvSpPr/>
          <p:nvPr/>
        </p:nvSpPr>
        <p:spPr>
          <a:xfrm>
            <a:off x="731520" y="5167884"/>
            <a:ext cx="3566160" cy="777240"/>
          </a:xfrm>
          <a:prstGeom prst="roundRect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 lang="en-US">
                <a:solidFill>
                  <a:srgbClr val="060C13"/>
                </a:solidFill>
                <a:latin typeface="Roboto"/>
              </a:rPr>
              <a:t>Try the catalogue</a:t>
            </a:r>
          </a:p>
        </p:txBody>
      </p:sp>
      <p:sp>
        <p:nvSpPr>
          <p:cNvPr id="9" name="Address"/>
          <p:cNvSpPr txBox="1"/>
          <p:nvPr/>
        </p:nvSpPr>
        <p:spPr>
          <a:xfrm>
            <a:off x="4526280" y="5327904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2AC4CE"/>
                </a:solidFill>
                <a:latin typeface="Roboto"/>
              </a:rPr>
              <a:t>a2uicatalog.ai</a:t>
            </a:r>
          </a:p>
        </p:txBody>
      </p:sp>
      <p:sp>
        <p:nvSpPr>
          <p:cNvPr id="10" name="QR card" descr=""/>
          <p:cNvSpPr/>
          <p:nvPr/>
        </p:nvSpPr>
        <p:spPr>
          <a:xfrm>
            <a:off x="8275320" y="1847088"/>
            <a:ext cx="3200400" cy="371246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R code (schema_qr atom)" descr="QR code that opens a2uicatalog.ai"/>
          <p:cNvSpPr/>
          <p:nvPr/>
        </p:nvSpPr>
        <p:spPr>
          <a:xfrm>
            <a:off x="8836429" y="2453917"/>
            <a:ext cx="2078182" cy="2078182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7" y="0"/>
                </a:lnTo>
                <a:lnTo>
                  <a:pt x="7" y="1"/>
                </a:lnTo>
                <a:lnTo>
                  <a:pt x="0" y="1"/>
                </a:lnTo>
                <a:close/>
                <a:moveTo>
                  <a:pt x="8" y="0"/>
                </a:moveTo>
                <a:lnTo>
                  <a:pt x="9" y="0"/>
                </a:lnTo>
                <a:lnTo>
                  <a:pt x="9" y="1"/>
                </a:lnTo>
                <a:lnTo>
                  <a:pt x="8" y="1"/>
                </a:lnTo>
                <a:close/>
                <a:moveTo>
                  <a:pt x="11" y="0"/>
                </a:moveTo>
                <a:lnTo>
                  <a:pt x="12" y="0"/>
                </a:lnTo>
                <a:lnTo>
                  <a:pt x="12" y="1"/>
                </a:lnTo>
                <a:lnTo>
                  <a:pt x="11" y="1"/>
                </a:lnTo>
                <a:close/>
                <a:moveTo>
                  <a:pt x="14" y="0"/>
                </a:moveTo>
                <a:lnTo>
                  <a:pt x="15" y="0"/>
                </a:lnTo>
                <a:lnTo>
                  <a:pt x="15" y="1"/>
                </a:lnTo>
                <a:lnTo>
                  <a:pt x="14" y="1"/>
                </a:lnTo>
                <a:close/>
                <a:moveTo>
                  <a:pt x="18" y="0"/>
                </a:moveTo>
                <a:lnTo>
                  <a:pt x="25" y="0"/>
                </a:lnTo>
                <a:lnTo>
                  <a:pt x="25" y="1"/>
                </a:lnTo>
                <a:lnTo>
                  <a:pt x="18" y="1"/>
                </a:lnTo>
                <a:close/>
                <a:moveTo>
                  <a:pt x="0" y="1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  <a:moveTo>
                  <a:pt x="6" y="1"/>
                </a:move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close/>
                <a:moveTo>
                  <a:pt x="8" y="1"/>
                </a:moveTo>
                <a:lnTo>
                  <a:pt x="11" y="1"/>
                </a:lnTo>
                <a:lnTo>
                  <a:pt x="11" y="2"/>
                </a:lnTo>
                <a:lnTo>
                  <a:pt x="8" y="2"/>
                </a:lnTo>
                <a:close/>
                <a:moveTo>
                  <a:pt x="18" y="1"/>
                </a:moveTo>
                <a:lnTo>
                  <a:pt x="19" y="1"/>
                </a:lnTo>
                <a:lnTo>
                  <a:pt x="19" y="2"/>
                </a:lnTo>
                <a:lnTo>
                  <a:pt x="18" y="2"/>
                </a:lnTo>
                <a:close/>
                <a:moveTo>
                  <a:pt x="24" y="1"/>
                </a:moveTo>
                <a:lnTo>
                  <a:pt x="25" y="1"/>
                </a:lnTo>
                <a:lnTo>
                  <a:pt x="25" y="2"/>
                </a:lnTo>
                <a:lnTo>
                  <a:pt x="24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2" y="2"/>
                </a:moveTo>
                <a:lnTo>
                  <a:pt x="5" y="2"/>
                </a:lnTo>
                <a:lnTo>
                  <a:pt x="5" y="3"/>
                </a:lnTo>
                <a:lnTo>
                  <a:pt x="2" y="3"/>
                </a:lnTo>
                <a:close/>
                <a:moveTo>
                  <a:pt x="6" y="2"/>
                </a:moveTo>
                <a:lnTo>
                  <a:pt x="7" y="2"/>
                </a:lnTo>
                <a:lnTo>
                  <a:pt x="7" y="3"/>
                </a:lnTo>
                <a:lnTo>
                  <a:pt x="6" y="3"/>
                </a:lnTo>
                <a:close/>
                <a:moveTo>
                  <a:pt x="8" y="2"/>
                </a:move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close/>
                <a:moveTo>
                  <a:pt x="10" y="2"/>
                </a:moveTo>
                <a:lnTo>
                  <a:pt x="11" y="2"/>
                </a:lnTo>
                <a:lnTo>
                  <a:pt x="11" y="3"/>
                </a:lnTo>
                <a:lnTo>
                  <a:pt x="10" y="3"/>
                </a:lnTo>
                <a:close/>
                <a:moveTo>
                  <a:pt x="13" y="2"/>
                </a:moveTo>
                <a:lnTo>
                  <a:pt x="16" y="2"/>
                </a:lnTo>
                <a:lnTo>
                  <a:pt x="16" y="3"/>
                </a:lnTo>
                <a:lnTo>
                  <a:pt x="13" y="3"/>
                </a:lnTo>
                <a:close/>
                <a:moveTo>
                  <a:pt x="18" y="2"/>
                </a:move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close/>
                <a:moveTo>
                  <a:pt x="20" y="2"/>
                </a:moveTo>
                <a:lnTo>
                  <a:pt x="23" y="2"/>
                </a:lnTo>
                <a:lnTo>
                  <a:pt x="23" y="3"/>
                </a:lnTo>
                <a:lnTo>
                  <a:pt x="20" y="3"/>
                </a:lnTo>
                <a:close/>
                <a:moveTo>
                  <a:pt x="24" y="2"/>
                </a:moveTo>
                <a:lnTo>
                  <a:pt x="25" y="2"/>
                </a:lnTo>
                <a:lnTo>
                  <a:pt x="25" y="3"/>
                </a:lnTo>
                <a:lnTo>
                  <a:pt x="2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5" y="3"/>
                </a:lnTo>
                <a:lnTo>
                  <a:pt x="5" y="4"/>
                </a:lnTo>
                <a:lnTo>
                  <a:pt x="2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10" y="3"/>
                </a:moveTo>
                <a:lnTo>
                  <a:pt x="11" y="3"/>
                </a:lnTo>
                <a:lnTo>
                  <a:pt x="11" y="4"/>
                </a:lnTo>
                <a:lnTo>
                  <a:pt x="10" y="4"/>
                </a:lnTo>
                <a:close/>
                <a:moveTo>
                  <a:pt x="13" y="3"/>
                </a:moveTo>
                <a:lnTo>
                  <a:pt x="14" y="3"/>
                </a:lnTo>
                <a:lnTo>
                  <a:pt x="14" y="4"/>
                </a:lnTo>
                <a:lnTo>
                  <a:pt x="13" y="4"/>
                </a:lnTo>
                <a:close/>
                <a:moveTo>
                  <a:pt x="15" y="3"/>
                </a:moveTo>
                <a:lnTo>
                  <a:pt x="17" y="3"/>
                </a:lnTo>
                <a:lnTo>
                  <a:pt x="17" y="4"/>
                </a:lnTo>
                <a:lnTo>
                  <a:pt x="15" y="4"/>
                </a:lnTo>
                <a:close/>
                <a:moveTo>
                  <a:pt x="18" y="3"/>
                </a:moveTo>
                <a:lnTo>
                  <a:pt x="19" y="3"/>
                </a:lnTo>
                <a:lnTo>
                  <a:pt x="19" y="4"/>
                </a:lnTo>
                <a:lnTo>
                  <a:pt x="18" y="4"/>
                </a:lnTo>
                <a:close/>
                <a:moveTo>
                  <a:pt x="20" y="3"/>
                </a:moveTo>
                <a:lnTo>
                  <a:pt x="23" y="3"/>
                </a:lnTo>
                <a:lnTo>
                  <a:pt x="23" y="4"/>
                </a:lnTo>
                <a:lnTo>
                  <a:pt x="20" y="4"/>
                </a:lnTo>
                <a:close/>
                <a:moveTo>
                  <a:pt x="24" y="3"/>
                </a:moveTo>
                <a:lnTo>
                  <a:pt x="25" y="3"/>
                </a:lnTo>
                <a:lnTo>
                  <a:pt x="25" y="4"/>
                </a:lnTo>
                <a:lnTo>
                  <a:pt x="2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5" y="4"/>
                </a:lnTo>
                <a:lnTo>
                  <a:pt x="5" y="5"/>
                </a:lnTo>
                <a:lnTo>
                  <a:pt x="2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8" y="4"/>
                </a:moveTo>
                <a:lnTo>
                  <a:pt x="12" y="4"/>
                </a:lnTo>
                <a:lnTo>
                  <a:pt x="12" y="5"/>
                </a:lnTo>
                <a:lnTo>
                  <a:pt x="8" y="5"/>
                </a:lnTo>
                <a:close/>
                <a:moveTo>
                  <a:pt x="14" y="4"/>
                </a:moveTo>
                <a:lnTo>
                  <a:pt x="15" y="4"/>
                </a:lnTo>
                <a:lnTo>
                  <a:pt x="15" y="5"/>
                </a:lnTo>
                <a:lnTo>
                  <a:pt x="14" y="5"/>
                </a:lnTo>
                <a:close/>
                <a:moveTo>
                  <a:pt x="16" y="4"/>
                </a:move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close/>
                <a:moveTo>
                  <a:pt x="18" y="4"/>
                </a:moveTo>
                <a:lnTo>
                  <a:pt x="19" y="4"/>
                </a:lnTo>
                <a:lnTo>
                  <a:pt x="19" y="5"/>
                </a:lnTo>
                <a:lnTo>
                  <a:pt x="18" y="5"/>
                </a:lnTo>
                <a:close/>
                <a:moveTo>
                  <a:pt x="20" y="4"/>
                </a:moveTo>
                <a:lnTo>
                  <a:pt x="23" y="4"/>
                </a:lnTo>
                <a:lnTo>
                  <a:pt x="23" y="5"/>
                </a:lnTo>
                <a:lnTo>
                  <a:pt x="20" y="5"/>
                </a:lnTo>
                <a:close/>
                <a:moveTo>
                  <a:pt x="24" y="4"/>
                </a:moveTo>
                <a:lnTo>
                  <a:pt x="25" y="4"/>
                </a:lnTo>
                <a:lnTo>
                  <a:pt x="25" y="5"/>
                </a:lnTo>
                <a:lnTo>
                  <a:pt x="2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9" y="5"/>
                </a:moveTo>
                <a:lnTo>
                  <a:pt x="11" y="5"/>
                </a:lnTo>
                <a:lnTo>
                  <a:pt x="11" y="6"/>
                </a:lnTo>
                <a:lnTo>
                  <a:pt x="9" y="6"/>
                </a:lnTo>
                <a:close/>
                <a:moveTo>
                  <a:pt x="13" y="5"/>
                </a:moveTo>
                <a:lnTo>
                  <a:pt x="15" y="5"/>
                </a:lnTo>
                <a:lnTo>
                  <a:pt x="15" y="6"/>
                </a:lnTo>
                <a:lnTo>
                  <a:pt x="13" y="6"/>
                </a:lnTo>
                <a:close/>
                <a:moveTo>
                  <a:pt x="18" y="5"/>
                </a:moveTo>
                <a:lnTo>
                  <a:pt x="19" y="5"/>
                </a:lnTo>
                <a:lnTo>
                  <a:pt x="19" y="6"/>
                </a:lnTo>
                <a:lnTo>
                  <a:pt x="18" y="6"/>
                </a:lnTo>
                <a:close/>
                <a:moveTo>
                  <a:pt x="24" y="5"/>
                </a:move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close/>
                <a:moveTo>
                  <a:pt x="0" y="6"/>
                </a:moveTo>
                <a:lnTo>
                  <a:pt x="7" y="6"/>
                </a:lnTo>
                <a:lnTo>
                  <a:pt x="7" y="7"/>
                </a:lnTo>
                <a:lnTo>
                  <a:pt x="0" y="7"/>
                </a:lnTo>
                <a:close/>
                <a:moveTo>
                  <a:pt x="8" y="6"/>
                </a:move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close/>
                <a:moveTo>
                  <a:pt x="10" y="6"/>
                </a:move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close/>
                <a:moveTo>
                  <a:pt x="12" y="6"/>
                </a:move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close/>
                <a:moveTo>
                  <a:pt x="14" y="6"/>
                </a:moveTo>
                <a:lnTo>
                  <a:pt x="15" y="6"/>
                </a:lnTo>
                <a:lnTo>
                  <a:pt x="15" y="7"/>
                </a:lnTo>
                <a:lnTo>
                  <a:pt x="14" y="7"/>
                </a:lnTo>
                <a:close/>
                <a:moveTo>
                  <a:pt x="16" y="6"/>
                </a:moveTo>
                <a:lnTo>
                  <a:pt x="17" y="6"/>
                </a:lnTo>
                <a:lnTo>
                  <a:pt x="17" y="7"/>
                </a:lnTo>
                <a:lnTo>
                  <a:pt x="16" y="7"/>
                </a:lnTo>
                <a:close/>
                <a:moveTo>
                  <a:pt x="18" y="6"/>
                </a:moveTo>
                <a:lnTo>
                  <a:pt x="25" y="6"/>
                </a:lnTo>
                <a:lnTo>
                  <a:pt x="25" y="7"/>
                </a:lnTo>
                <a:lnTo>
                  <a:pt x="18" y="7"/>
                </a:lnTo>
                <a:close/>
                <a:moveTo>
                  <a:pt x="9" y="7"/>
                </a:moveTo>
                <a:lnTo>
                  <a:pt x="11" y="7"/>
                </a:lnTo>
                <a:lnTo>
                  <a:pt x="11" y="8"/>
                </a:lnTo>
                <a:lnTo>
                  <a:pt x="9" y="8"/>
                </a:lnTo>
                <a:close/>
                <a:moveTo>
                  <a:pt x="13" y="7"/>
                </a:moveTo>
                <a:lnTo>
                  <a:pt x="14" y="7"/>
                </a:lnTo>
                <a:lnTo>
                  <a:pt x="14" y="8"/>
                </a:lnTo>
                <a:lnTo>
                  <a:pt x="13" y="8"/>
                </a:lnTo>
                <a:close/>
                <a:moveTo>
                  <a:pt x="0" y="8"/>
                </a:move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close/>
                <a:moveTo>
                  <a:pt x="3" y="8"/>
                </a:moveTo>
                <a:lnTo>
                  <a:pt x="10" y="8"/>
                </a:lnTo>
                <a:lnTo>
                  <a:pt x="10" y="9"/>
                </a:lnTo>
                <a:lnTo>
                  <a:pt x="3" y="9"/>
                </a:lnTo>
                <a:close/>
                <a:moveTo>
                  <a:pt x="12" y="8"/>
                </a:move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close/>
                <a:moveTo>
                  <a:pt x="15" y="8"/>
                </a:moveTo>
                <a:lnTo>
                  <a:pt x="18" y="8"/>
                </a:lnTo>
                <a:lnTo>
                  <a:pt x="18" y="9"/>
                </a:lnTo>
                <a:lnTo>
                  <a:pt x="15" y="9"/>
                </a:lnTo>
                <a:close/>
                <a:moveTo>
                  <a:pt x="20" y="8"/>
                </a:moveTo>
                <a:lnTo>
                  <a:pt x="21" y="8"/>
                </a:lnTo>
                <a:lnTo>
                  <a:pt x="21" y="9"/>
                </a:lnTo>
                <a:lnTo>
                  <a:pt x="20" y="9"/>
                </a:lnTo>
                <a:close/>
                <a:moveTo>
                  <a:pt x="22" y="8"/>
                </a:moveTo>
                <a:lnTo>
                  <a:pt x="25" y="8"/>
                </a:lnTo>
                <a:lnTo>
                  <a:pt x="25" y="9"/>
                </a:lnTo>
                <a:lnTo>
                  <a:pt x="22" y="9"/>
                </a:lnTo>
                <a:close/>
                <a:moveTo>
                  <a:pt x="3" y="9"/>
                </a:move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close/>
                <a:moveTo>
                  <a:pt x="5" y="9"/>
                </a:move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close/>
                <a:moveTo>
                  <a:pt x="8" y="9"/>
                </a:moveTo>
                <a:lnTo>
                  <a:pt x="10" y="9"/>
                </a:lnTo>
                <a:lnTo>
                  <a:pt x="10" y="10"/>
                </a:lnTo>
                <a:lnTo>
                  <a:pt x="8" y="10"/>
                </a:lnTo>
                <a:close/>
                <a:moveTo>
                  <a:pt x="12" y="9"/>
                </a:moveTo>
                <a:lnTo>
                  <a:pt x="16" y="9"/>
                </a:lnTo>
                <a:lnTo>
                  <a:pt x="16" y="10"/>
                </a:lnTo>
                <a:lnTo>
                  <a:pt x="12" y="10"/>
                </a:lnTo>
                <a:close/>
                <a:moveTo>
                  <a:pt x="17" y="9"/>
                </a:moveTo>
                <a:lnTo>
                  <a:pt x="18" y="9"/>
                </a:lnTo>
                <a:lnTo>
                  <a:pt x="18" y="10"/>
                </a:lnTo>
                <a:lnTo>
                  <a:pt x="17" y="10"/>
                </a:lnTo>
                <a:close/>
                <a:moveTo>
                  <a:pt x="20" y="9"/>
                </a:moveTo>
                <a:lnTo>
                  <a:pt x="24" y="9"/>
                </a:lnTo>
                <a:lnTo>
                  <a:pt x="24" y="10"/>
                </a:lnTo>
                <a:lnTo>
                  <a:pt x="20" y="10"/>
                </a:lnTo>
                <a:close/>
                <a:moveTo>
                  <a:pt x="1" y="10"/>
                </a:moveTo>
                <a:lnTo>
                  <a:pt x="4" y="10"/>
                </a:lnTo>
                <a:lnTo>
                  <a:pt x="4" y="11"/>
                </a:lnTo>
                <a:lnTo>
                  <a:pt x="1" y="11"/>
                </a:lnTo>
                <a:close/>
                <a:moveTo>
                  <a:pt x="6" y="10"/>
                </a:moveTo>
                <a:lnTo>
                  <a:pt x="8" y="10"/>
                </a:lnTo>
                <a:lnTo>
                  <a:pt x="8" y="11"/>
                </a:lnTo>
                <a:lnTo>
                  <a:pt x="6" y="11"/>
                </a:lnTo>
                <a:close/>
                <a:moveTo>
                  <a:pt x="9" y="10"/>
                </a:moveTo>
                <a:lnTo>
                  <a:pt x="11" y="10"/>
                </a:lnTo>
                <a:lnTo>
                  <a:pt x="11" y="11"/>
                </a:lnTo>
                <a:lnTo>
                  <a:pt x="9" y="11"/>
                </a:lnTo>
                <a:close/>
                <a:moveTo>
                  <a:pt x="13" y="10"/>
                </a:moveTo>
                <a:lnTo>
                  <a:pt x="14" y="10"/>
                </a:lnTo>
                <a:lnTo>
                  <a:pt x="14" y="11"/>
                </a:lnTo>
                <a:lnTo>
                  <a:pt x="13" y="11"/>
                </a:lnTo>
                <a:close/>
                <a:moveTo>
                  <a:pt x="15" y="10"/>
                </a:moveTo>
                <a:lnTo>
                  <a:pt x="16" y="10"/>
                </a:lnTo>
                <a:lnTo>
                  <a:pt x="16" y="11"/>
                </a:lnTo>
                <a:lnTo>
                  <a:pt x="15" y="11"/>
                </a:lnTo>
                <a:close/>
                <a:moveTo>
                  <a:pt x="17" y="10"/>
                </a:moveTo>
                <a:lnTo>
                  <a:pt x="22" y="10"/>
                </a:lnTo>
                <a:lnTo>
                  <a:pt x="22" y="11"/>
                </a:lnTo>
                <a:lnTo>
                  <a:pt x="17" y="11"/>
                </a:lnTo>
                <a:close/>
                <a:moveTo>
                  <a:pt x="24" y="10"/>
                </a:moveTo>
                <a:lnTo>
                  <a:pt x="25" y="10"/>
                </a:lnTo>
                <a:lnTo>
                  <a:pt x="25" y="11"/>
                </a:lnTo>
                <a:lnTo>
                  <a:pt x="24" y="11"/>
                </a:lnTo>
                <a:close/>
                <a:moveTo>
                  <a:pt x="2" y="11"/>
                </a:moveTo>
                <a:lnTo>
                  <a:pt x="3" y="11"/>
                </a:lnTo>
                <a:lnTo>
                  <a:pt x="3" y="12"/>
                </a:lnTo>
                <a:lnTo>
                  <a:pt x="2" y="12"/>
                </a:lnTo>
                <a:close/>
                <a:moveTo>
                  <a:pt x="4" y="11"/>
                </a:moveTo>
                <a:lnTo>
                  <a:pt x="5" y="11"/>
                </a:lnTo>
                <a:lnTo>
                  <a:pt x="5" y="12"/>
                </a:lnTo>
                <a:lnTo>
                  <a:pt x="4" y="12"/>
                </a:lnTo>
                <a:close/>
                <a:moveTo>
                  <a:pt x="9" y="11"/>
                </a:moveTo>
                <a:lnTo>
                  <a:pt x="10" y="11"/>
                </a:lnTo>
                <a:lnTo>
                  <a:pt x="10" y="12"/>
                </a:lnTo>
                <a:lnTo>
                  <a:pt x="9" y="12"/>
                </a:lnTo>
                <a:close/>
                <a:moveTo>
                  <a:pt x="12" y="11"/>
                </a:moveTo>
                <a:lnTo>
                  <a:pt x="13" y="11"/>
                </a:lnTo>
                <a:lnTo>
                  <a:pt x="13" y="12"/>
                </a:lnTo>
                <a:lnTo>
                  <a:pt x="12" y="12"/>
                </a:lnTo>
                <a:close/>
                <a:moveTo>
                  <a:pt x="17" y="11"/>
                </a:move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close/>
                <a:moveTo>
                  <a:pt x="21" y="11"/>
                </a:moveTo>
                <a:lnTo>
                  <a:pt x="25" y="11"/>
                </a:lnTo>
                <a:lnTo>
                  <a:pt x="25" y="12"/>
                </a:lnTo>
                <a:lnTo>
                  <a:pt x="21" y="12"/>
                </a:lnTo>
                <a:close/>
                <a:moveTo>
                  <a:pt x="1" y="12"/>
                </a:moveTo>
                <a:lnTo>
                  <a:pt x="3" y="12"/>
                </a:lnTo>
                <a:lnTo>
                  <a:pt x="3" y="13"/>
                </a:lnTo>
                <a:lnTo>
                  <a:pt x="1" y="13"/>
                </a:lnTo>
                <a:close/>
                <a:moveTo>
                  <a:pt x="5" y="12"/>
                </a:moveTo>
                <a:lnTo>
                  <a:pt x="8" y="12"/>
                </a:lnTo>
                <a:lnTo>
                  <a:pt x="8" y="13"/>
                </a:lnTo>
                <a:lnTo>
                  <a:pt x="5" y="13"/>
                </a:lnTo>
                <a:close/>
                <a:moveTo>
                  <a:pt x="10" y="12"/>
                </a:moveTo>
                <a:lnTo>
                  <a:pt x="12" y="12"/>
                </a:lnTo>
                <a:lnTo>
                  <a:pt x="12" y="13"/>
                </a:lnTo>
                <a:lnTo>
                  <a:pt x="10" y="13"/>
                </a:lnTo>
                <a:close/>
                <a:moveTo>
                  <a:pt x="15" y="12"/>
                </a:moveTo>
                <a:lnTo>
                  <a:pt x="16" y="12"/>
                </a:lnTo>
                <a:lnTo>
                  <a:pt x="16" y="13"/>
                </a:lnTo>
                <a:lnTo>
                  <a:pt x="15" y="13"/>
                </a:lnTo>
                <a:close/>
                <a:moveTo>
                  <a:pt x="18" y="12"/>
                </a:moveTo>
                <a:lnTo>
                  <a:pt x="20" y="12"/>
                </a:lnTo>
                <a:lnTo>
                  <a:pt x="20" y="13"/>
                </a:lnTo>
                <a:lnTo>
                  <a:pt x="18" y="13"/>
                </a:lnTo>
                <a:close/>
                <a:moveTo>
                  <a:pt x="24" y="12"/>
                </a:moveTo>
                <a:lnTo>
                  <a:pt x="25" y="12"/>
                </a:lnTo>
                <a:lnTo>
                  <a:pt x="25" y="13"/>
                </a:lnTo>
                <a:lnTo>
                  <a:pt x="24" y="13"/>
                </a:lnTo>
                <a:close/>
                <a:moveTo>
                  <a:pt x="0" y="13"/>
                </a:moveTo>
                <a:lnTo>
                  <a:pt x="1" y="13"/>
                </a:lnTo>
                <a:lnTo>
                  <a:pt x="1" y="14"/>
                </a:lnTo>
                <a:lnTo>
                  <a:pt x="0" y="14"/>
                </a:lnTo>
                <a:close/>
                <a:moveTo>
                  <a:pt x="2" y="13"/>
                </a:moveTo>
                <a:lnTo>
                  <a:pt x="3" y="13"/>
                </a:lnTo>
                <a:lnTo>
                  <a:pt x="3" y="14"/>
                </a:lnTo>
                <a:lnTo>
                  <a:pt x="2" y="14"/>
                </a:lnTo>
                <a:close/>
                <a:moveTo>
                  <a:pt x="5" y="13"/>
                </a:moveTo>
                <a:lnTo>
                  <a:pt x="6" y="13"/>
                </a:lnTo>
                <a:lnTo>
                  <a:pt x="6" y="14"/>
                </a:lnTo>
                <a:lnTo>
                  <a:pt x="5" y="14"/>
                </a:lnTo>
                <a:close/>
                <a:moveTo>
                  <a:pt x="12" y="13"/>
                </a:moveTo>
                <a:lnTo>
                  <a:pt x="18" y="13"/>
                </a:lnTo>
                <a:lnTo>
                  <a:pt x="18" y="14"/>
                </a:lnTo>
                <a:lnTo>
                  <a:pt x="12" y="14"/>
                </a:lnTo>
                <a:close/>
                <a:moveTo>
                  <a:pt x="20" y="13"/>
                </a:moveTo>
                <a:lnTo>
                  <a:pt x="21" y="13"/>
                </a:lnTo>
                <a:lnTo>
                  <a:pt x="21" y="14"/>
                </a:lnTo>
                <a:lnTo>
                  <a:pt x="20" y="14"/>
                </a:lnTo>
                <a:close/>
                <a:moveTo>
                  <a:pt x="23" y="13"/>
                </a:moveTo>
                <a:lnTo>
                  <a:pt x="24" y="13"/>
                </a:lnTo>
                <a:lnTo>
                  <a:pt x="24" y="14"/>
                </a:lnTo>
                <a:lnTo>
                  <a:pt x="23" y="14"/>
                </a:lnTo>
                <a:close/>
                <a:moveTo>
                  <a:pt x="0" y="14"/>
                </a:moveTo>
                <a:lnTo>
                  <a:pt x="3" y="14"/>
                </a:lnTo>
                <a:lnTo>
                  <a:pt x="3" y="15"/>
                </a:lnTo>
                <a:lnTo>
                  <a:pt x="0" y="15"/>
                </a:lnTo>
                <a:close/>
                <a:moveTo>
                  <a:pt x="5" y="14"/>
                </a:moveTo>
                <a:lnTo>
                  <a:pt x="7" y="14"/>
                </a:lnTo>
                <a:lnTo>
                  <a:pt x="7" y="15"/>
                </a:lnTo>
                <a:lnTo>
                  <a:pt x="5" y="15"/>
                </a:lnTo>
                <a:close/>
                <a:moveTo>
                  <a:pt x="9" y="14"/>
                </a:moveTo>
                <a:lnTo>
                  <a:pt x="11" y="14"/>
                </a:lnTo>
                <a:lnTo>
                  <a:pt x="11" y="15"/>
                </a:lnTo>
                <a:lnTo>
                  <a:pt x="9" y="15"/>
                </a:lnTo>
                <a:close/>
                <a:moveTo>
                  <a:pt x="13" y="14"/>
                </a:moveTo>
                <a:lnTo>
                  <a:pt x="14" y="14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15" y="14"/>
                </a:moveTo>
                <a:lnTo>
                  <a:pt x="16" y="14"/>
                </a:lnTo>
                <a:lnTo>
                  <a:pt x="16" y="15"/>
                </a:lnTo>
                <a:lnTo>
                  <a:pt x="15" y="15"/>
                </a:lnTo>
                <a:close/>
                <a:moveTo>
                  <a:pt x="17" y="14"/>
                </a:moveTo>
                <a:lnTo>
                  <a:pt x="19" y="14"/>
                </a:lnTo>
                <a:lnTo>
                  <a:pt x="19" y="15"/>
                </a:lnTo>
                <a:lnTo>
                  <a:pt x="17" y="15"/>
                </a:lnTo>
                <a:close/>
                <a:moveTo>
                  <a:pt x="20" y="14"/>
                </a:moveTo>
                <a:lnTo>
                  <a:pt x="25" y="14"/>
                </a:lnTo>
                <a:lnTo>
                  <a:pt x="25" y="15"/>
                </a:lnTo>
                <a:lnTo>
                  <a:pt x="20" y="15"/>
                </a:lnTo>
                <a:close/>
                <a:moveTo>
                  <a:pt x="0" y="15"/>
                </a:move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close/>
                <a:moveTo>
                  <a:pt x="2" y="15"/>
                </a:moveTo>
                <a:lnTo>
                  <a:pt x="6" y="15"/>
                </a:lnTo>
                <a:lnTo>
                  <a:pt x="6" y="16"/>
                </a:lnTo>
                <a:lnTo>
                  <a:pt x="2" y="16"/>
                </a:lnTo>
                <a:close/>
                <a:moveTo>
                  <a:pt x="7" y="15"/>
                </a:moveTo>
                <a:lnTo>
                  <a:pt x="9" y="15"/>
                </a:lnTo>
                <a:lnTo>
                  <a:pt x="9" y="16"/>
                </a:lnTo>
                <a:lnTo>
                  <a:pt x="7" y="16"/>
                </a:lnTo>
                <a:close/>
                <a:moveTo>
                  <a:pt x="10" y="15"/>
                </a:moveTo>
                <a:lnTo>
                  <a:pt x="11" y="15"/>
                </a:lnTo>
                <a:lnTo>
                  <a:pt x="11" y="16"/>
                </a:lnTo>
                <a:lnTo>
                  <a:pt x="10" y="16"/>
                </a:lnTo>
                <a:close/>
                <a:moveTo>
                  <a:pt x="12" y="15"/>
                </a:moveTo>
                <a:lnTo>
                  <a:pt x="13" y="15"/>
                </a:lnTo>
                <a:lnTo>
                  <a:pt x="13" y="16"/>
                </a:lnTo>
                <a:lnTo>
                  <a:pt x="12" y="16"/>
                </a:lnTo>
                <a:close/>
                <a:moveTo>
                  <a:pt x="16" y="15"/>
                </a:moveTo>
                <a:lnTo>
                  <a:pt x="20" y="15"/>
                </a:lnTo>
                <a:lnTo>
                  <a:pt x="20" y="16"/>
                </a:lnTo>
                <a:lnTo>
                  <a:pt x="16" y="16"/>
                </a:lnTo>
                <a:close/>
                <a:moveTo>
                  <a:pt x="21" y="15"/>
                </a:moveTo>
                <a:lnTo>
                  <a:pt x="23" y="15"/>
                </a:lnTo>
                <a:lnTo>
                  <a:pt x="23" y="16"/>
                </a:lnTo>
                <a:lnTo>
                  <a:pt x="21" y="16"/>
                </a:lnTo>
                <a:close/>
                <a:moveTo>
                  <a:pt x="24" y="15"/>
                </a:moveTo>
                <a:lnTo>
                  <a:pt x="25" y="15"/>
                </a:lnTo>
                <a:lnTo>
                  <a:pt x="25" y="16"/>
                </a:lnTo>
                <a:lnTo>
                  <a:pt x="24" y="16"/>
                </a:lnTo>
                <a:close/>
                <a:moveTo>
                  <a:pt x="0" y="16"/>
                </a:moveTo>
                <a:lnTo>
                  <a:pt x="1" y="16"/>
                </a:lnTo>
                <a:lnTo>
                  <a:pt x="1" y="17"/>
                </a:lnTo>
                <a:lnTo>
                  <a:pt x="0" y="17"/>
                </a:lnTo>
                <a:close/>
                <a:moveTo>
                  <a:pt x="3" y="16"/>
                </a:moveTo>
                <a:lnTo>
                  <a:pt x="5" y="16"/>
                </a:lnTo>
                <a:lnTo>
                  <a:pt x="5" y="17"/>
                </a:lnTo>
                <a:lnTo>
                  <a:pt x="3" y="17"/>
                </a:lnTo>
                <a:close/>
                <a:moveTo>
                  <a:pt x="6" y="16"/>
                </a:move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close/>
                <a:moveTo>
                  <a:pt x="8" y="16"/>
                </a:moveTo>
                <a:lnTo>
                  <a:pt x="14" y="16"/>
                </a:lnTo>
                <a:lnTo>
                  <a:pt x="14" y="17"/>
                </a:lnTo>
                <a:lnTo>
                  <a:pt x="8" y="17"/>
                </a:lnTo>
                <a:close/>
                <a:moveTo>
                  <a:pt x="15" y="16"/>
                </a:moveTo>
                <a:lnTo>
                  <a:pt x="21" y="16"/>
                </a:lnTo>
                <a:lnTo>
                  <a:pt x="21" y="17"/>
                </a:lnTo>
                <a:lnTo>
                  <a:pt x="15" y="17"/>
                </a:lnTo>
                <a:close/>
                <a:moveTo>
                  <a:pt x="22" y="16"/>
                </a:moveTo>
                <a:lnTo>
                  <a:pt x="24" y="16"/>
                </a:lnTo>
                <a:lnTo>
                  <a:pt x="24" y="17"/>
                </a:lnTo>
                <a:lnTo>
                  <a:pt x="22" y="17"/>
                </a:lnTo>
                <a:close/>
                <a:moveTo>
                  <a:pt x="8" y="17"/>
                </a:moveTo>
                <a:lnTo>
                  <a:pt x="9" y="17"/>
                </a:lnTo>
                <a:lnTo>
                  <a:pt x="9" y="18"/>
                </a:lnTo>
                <a:lnTo>
                  <a:pt x="8" y="18"/>
                </a:lnTo>
                <a:close/>
                <a:moveTo>
                  <a:pt x="10" y="17"/>
                </a:moveTo>
                <a:lnTo>
                  <a:pt x="12" y="17"/>
                </a:lnTo>
                <a:lnTo>
                  <a:pt x="12" y="18"/>
                </a:lnTo>
                <a:lnTo>
                  <a:pt x="10" y="18"/>
                </a:lnTo>
                <a:close/>
                <a:moveTo>
                  <a:pt x="13" y="17"/>
                </a:moveTo>
                <a:lnTo>
                  <a:pt x="14" y="17"/>
                </a:lnTo>
                <a:lnTo>
                  <a:pt x="14" y="18"/>
                </a:lnTo>
                <a:lnTo>
                  <a:pt x="13" y="18"/>
                </a:lnTo>
                <a:close/>
                <a:moveTo>
                  <a:pt x="16" y="17"/>
                </a:moveTo>
                <a:lnTo>
                  <a:pt x="17" y="17"/>
                </a:lnTo>
                <a:lnTo>
                  <a:pt x="17" y="18"/>
                </a:lnTo>
                <a:lnTo>
                  <a:pt x="16" y="18"/>
                </a:lnTo>
                <a:close/>
                <a:moveTo>
                  <a:pt x="20" y="17"/>
                </a:moveTo>
                <a:lnTo>
                  <a:pt x="21" y="17"/>
                </a:lnTo>
                <a:lnTo>
                  <a:pt x="21" y="18"/>
                </a:lnTo>
                <a:lnTo>
                  <a:pt x="20" y="18"/>
                </a:lnTo>
                <a:close/>
                <a:moveTo>
                  <a:pt x="22" y="17"/>
                </a:moveTo>
                <a:lnTo>
                  <a:pt x="24" y="17"/>
                </a:lnTo>
                <a:lnTo>
                  <a:pt x="24" y="18"/>
                </a:lnTo>
                <a:lnTo>
                  <a:pt x="22" y="18"/>
                </a:lnTo>
                <a:close/>
                <a:moveTo>
                  <a:pt x="0" y="18"/>
                </a:moveTo>
                <a:lnTo>
                  <a:pt x="7" y="18"/>
                </a:lnTo>
                <a:lnTo>
                  <a:pt x="7" y="19"/>
                </a:lnTo>
                <a:lnTo>
                  <a:pt x="0" y="19"/>
                </a:lnTo>
                <a:close/>
                <a:moveTo>
                  <a:pt x="8" y="18"/>
                </a:moveTo>
                <a:lnTo>
                  <a:pt x="10" y="18"/>
                </a:lnTo>
                <a:lnTo>
                  <a:pt x="10" y="19"/>
                </a:lnTo>
                <a:lnTo>
                  <a:pt x="8" y="19"/>
                </a:lnTo>
                <a:close/>
                <a:moveTo>
                  <a:pt x="12" y="18"/>
                </a:moveTo>
                <a:lnTo>
                  <a:pt x="15" y="18"/>
                </a:lnTo>
                <a:lnTo>
                  <a:pt x="15" y="19"/>
                </a:lnTo>
                <a:lnTo>
                  <a:pt x="12" y="19"/>
                </a:lnTo>
                <a:close/>
                <a:moveTo>
                  <a:pt x="16" y="18"/>
                </a:moveTo>
                <a:lnTo>
                  <a:pt x="17" y="18"/>
                </a:lnTo>
                <a:lnTo>
                  <a:pt x="17" y="19"/>
                </a:lnTo>
                <a:lnTo>
                  <a:pt x="16" y="19"/>
                </a:lnTo>
                <a:close/>
                <a:moveTo>
                  <a:pt x="18" y="18"/>
                </a:moveTo>
                <a:lnTo>
                  <a:pt x="19" y="18"/>
                </a:lnTo>
                <a:lnTo>
                  <a:pt x="19" y="19"/>
                </a:lnTo>
                <a:lnTo>
                  <a:pt x="18" y="19"/>
                </a:lnTo>
                <a:close/>
                <a:moveTo>
                  <a:pt x="20" y="18"/>
                </a:moveTo>
                <a:lnTo>
                  <a:pt x="21" y="18"/>
                </a:lnTo>
                <a:lnTo>
                  <a:pt x="21" y="19"/>
                </a:lnTo>
                <a:lnTo>
                  <a:pt x="20" y="19"/>
                </a:lnTo>
                <a:close/>
                <a:moveTo>
                  <a:pt x="24" y="18"/>
                </a:moveTo>
                <a:lnTo>
                  <a:pt x="25" y="18"/>
                </a:lnTo>
                <a:lnTo>
                  <a:pt x="25" y="19"/>
                </a:lnTo>
                <a:lnTo>
                  <a:pt x="24" y="19"/>
                </a:lnTo>
                <a:close/>
                <a:moveTo>
                  <a:pt x="0" y="19"/>
                </a:moveTo>
                <a:lnTo>
                  <a:pt x="1" y="19"/>
                </a:lnTo>
                <a:lnTo>
                  <a:pt x="1" y="20"/>
                </a:lnTo>
                <a:lnTo>
                  <a:pt x="0" y="20"/>
                </a:lnTo>
                <a:close/>
                <a:moveTo>
                  <a:pt x="6" y="19"/>
                </a:moveTo>
                <a:lnTo>
                  <a:pt x="7" y="19"/>
                </a:lnTo>
                <a:lnTo>
                  <a:pt x="7" y="20"/>
                </a:lnTo>
                <a:lnTo>
                  <a:pt x="6" y="20"/>
                </a:lnTo>
                <a:close/>
                <a:moveTo>
                  <a:pt x="8" y="19"/>
                </a:moveTo>
                <a:lnTo>
                  <a:pt x="10" y="19"/>
                </a:lnTo>
                <a:lnTo>
                  <a:pt x="10" y="20"/>
                </a:lnTo>
                <a:lnTo>
                  <a:pt x="8" y="20"/>
                </a:lnTo>
                <a:close/>
                <a:moveTo>
                  <a:pt x="11" y="19"/>
                </a:moveTo>
                <a:lnTo>
                  <a:pt x="12" y="19"/>
                </a:lnTo>
                <a:lnTo>
                  <a:pt x="12" y="20"/>
                </a:lnTo>
                <a:lnTo>
                  <a:pt x="11" y="20"/>
                </a:lnTo>
                <a:close/>
                <a:moveTo>
                  <a:pt x="13" y="19"/>
                </a:moveTo>
                <a:lnTo>
                  <a:pt x="14" y="19"/>
                </a:lnTo>
                <a:lnTo>
                  <a:pt x="14" y="20"/>
                </a:lnTo>
                <a:lnTo>
                  <a:pt x="13" y="20"/>
                </a:lnTo>
                <a:close/>
                <a:moveTo>
                  <a:pt x="15" y="19"/>
                </a:moveTo>
                <a:lnTo>
                  <a:pt x="17" y="19"/>
                </a:lnTo>
                <a:lnTo>
                  <a:pt x="17" y="20"/>
                </a:lnTo>
                <a:lnTo>
                  <a:pt x="15" y="20"/>
                </a:lnTo>
                <a:close/>
                <a:moveTo>
                  <a:pt x="20" y="19"/>
                </a:moveTo>
                <a:lnTo>
                  <a:pt x="21" y="19"/>
                </a:lnTo>
                <a:lnTo>
                  <a:pt x="21" y="20"/>
                </a:lnTo>
                <a:lnTo>
                  <a:pt x="20" y="20"/>
                </a:lnTo>
                <a:close/>
                <a:moveTo>
                  <a:pt x="0" y="20"/>
                </a:moveTo>
                <a:lnTo>
                  <a:pt x="1" y="20"/>
                </a:lnTo>
                <a:lnTo>
                  <a:pt x="1" y="21"/>
                </a:lnTo>
                <a:lnTo>
                  <a:pt x="0" y="21"/>
                </a:lnTo>
                <a:close/>
                <a:moveTo>
                  <a:pt x="2" y="20"/>
                </a:moveTo>
                <a:lnTo>
                  <a:pt x="5" y="20"/>
                </a:lnTo>
                <a:lnTo>
                  <a:pt x="5" y="21"/>
                </a:lnTo>
                <a:lnTo>
                  <a:pt x="2" y="21"/>
                </a:lnTo>
                <a:close/>
                <a:moveTo>
                  <a:pt x="6" y="20"/>
                </a:moveTo>
                <a:lnTo>
                  <a:pt x="7" y="20"/>
                </a:lnTo>
                <a:lnTo>
                  <a:pt x="7" y="21"/>
                </a:lnTo>
                <a:lnTo>
                  <a:pt x="6" y="21"/>
                </a:lnTo>
                <a:close/>
                <a:moveTo>
                  <a:pt x="8" y="20"/>
                </a:moveTo>
                <a:lnTo>
                  <a:pt x="9" y="20"/>
                </a:lnTo>
                <a:lnTo>
                  <a:pt x="9" y="21"/>
                </a:lnTo>
                <a:lnTo>
                  <a:pt x="8" y="21"/>
                </a:lnTo>
                <a:close/>
                <a:moveTo>
                  <a:pt x="11" y="20"/>
                </a:moveTo>
                <a:lnTo>
                  <a:pt x="12" y="20"/>
                </a:lnTo>
                <a:lnTo>
                  <a:pt x="12" y="21"/>
                </a:lnTo>
                <a:lnTo>
                  <a:pt x="11" y="21"/>
                </a:lnTo>
                <a:close/>
                <a:moveTo>
                  <a:pt x="13" y="20"/>
                </a:moveTo>
                <a:lnTo>
                  <a:pt x="14" y="20"/>
                </a:lnTo>
                <a:lnTo>
                  <a:pt x="14" y="21"/>
                </a:lnTo>
                <a:lnTo>
                  <a:pt x="13" y="21"/>
                </a:lnTo>
                <a:close/>
                <a:moveTo>
                  <a:pt x="15" y="20"/>
                </a:moveTo>
                <a:lnTo>
                  <a:pt x="21" y="20"/>
                </a:lnTo>
                <a:lnTo>
                  <a:pt x="21" y="21"/>
                </a:lnTo>
                <a:lnTo>
                  <a:pt x="15" y="21"/>
                </a:lnTo>
                <a:close/>
                <a:moveTo>
                  <a:pt x="23" y="20"/>
                </a:moveTo>
                <a:lnTo>
                  <a:pt x="25" y="20"/>
                </a:lnTo>
                <a:lnTo>
                  <a:pt x="25" y="21"/>
                </a:lnTo>
                <a:lnTo>
                  <a:pt x="23" y="21"/>
                </a:lnTo>
                <a:close/>
                <a:moveTo>
                  <a:pt x="0" y="21"/>
                </a:moveTo>
                <a:lnTo>
                  <a:pt x="1" y="21"/>
                </a:lnTo>
                <a:lnTo>
                  <a:pt x="1" y="22"/>
                </a:lnTo>
                <a:lnTo>
                  <a:pt x="0" y="22"/>
                </a:lnTo>
                <a:close/>
                <a:moveTo>
                  <a:pt x="2" y="21"/>
                </a:moveTo>
                <a:lnTo>
                  <a:pt x="5" y="21"/>
                </a:lnTo>
                <a:lnTo>
                  <a:pt x="5" y="22"/>
                </a:lnTo>
                <a:lnTo>
                  <a:pt x="2" y="22"/>
                </a:lnTo>
                <a:close/>
                <a:moveTo>
                  <a:pt x="6" y="21"/>
                </a:moveTo>
                <a:lnTo>
                  <a:pt x="7" y="21"/>
                </a:lnTo>
                <a:lnTo>
                  <a:pt x="7" y="22"/>
                </a:lnTo>
                <a:lnTo>
                  <a:pt x="6" y="22"/>
                </a:lnTo>
                <a:close/>
                <a:moveTo>
                  <a:pt x="8" y="21"/>
                </a:moveTo>
                <a:lnTo>
                  <a:pt x="9" y="21"/>
                </a:lnTo>
                <a:lnTo>
                  <a:pt x="9" y="22"/>
                </a:lnTo>
                <a:lnTo>
                  <a:pt x="8" y="22"/>
                </a:lnTo>
                <a:close/>
                <a:moveTo>
                  <a:pt x="10" y="21"/>
                </a:moveTo>
                <a:lnTo>
                  <a:pt x="11" y="21"/>
                </a:lnTo>
                <a:lnTo>
                  <a:pt x="11" y="22"/>
                </a:lnTo>
                <a:lnTo>
                  <a:pt x="10" y="22"/>
                </a:lnTo>
                <a:close/>
                <a:moveTo>
                  <a:pt x="12" y="21"/>
                </a:moveTo>
                <a:lnTo>
                  <a:pt x="16" y="21"/>
                </a:lnTo>
                <a:lnTo>
                  <a:pt x="16" y="22"/>
                </a:lnTo>
                <a:lnTo>
                  <a:pt x="12" y="22"/>
                </a:lnTo>
                <a:close/>
                <a:moveTo>
                  <a:pt x="17" y="21"/>
                </a:moveTo>
                <a:lnTo>
                  <a:pt x="19" y="21"/>
                </a:lnTo>
                <a:lnTo>
                  <a:pt x="19" y="22"/>
                </a:lnTo>
                <a:lnTo>
                  <a:pt x="17" y="22"/>
                </a:lnTo>
                <a:close/>
                <a:moveTo>
                  <a:pt x="23" y="21"/>
                </a:moveTo>
                <a:lnTo>
                  <a:pt x="25" y="21"/>
                </a:lnTo>
                <a:lnTo>
                  <a:pt x="25" y="22"/>
                </a:lnTo>
                <a:lnTo>
                  <a:pt x="23" y="22"/>
                </a:lnTo>
                <a:close/>
                <a:moveTo>
                  <a:pt x="0" y="22"/>
                </a:moveTo>
                <a:lnTo>
                  <a:pt x="1" y="22"/>
                </a:lnTo>
                <a:lnTo>
                  <a:pt x="1" y="23"/>
                </a:lnTo>
                <a:lnTo>
                  <a:pt x="0" y="23"/>
                </a:lnTo>
                <a:close/>
                <a:moveTo>
                  <a:pt x="2" y="22"/>
                </a:moveTo>
                <a:lnTo>
                  <a:pt x="5" y="22"/>
                </a:lnTo>
                <a:lnTo>
                  <a:pt x="5" y="23"/>
                </a:lnTo>
                <a:lnTo>
                  <a:pt x="2" y="23"/>
                </a:lnTo>
                <a:close/>
                <a:moveTo>
                  <a:pt x="6" y="22"/>
                </a:moveTo>
                <a:lnTo>
                  <a:pt x="7" y="22"/>
                </a:lnTo>
                <a:lnTo>
                  <a:pt x="7" y="23"/>
                </a:lnTo>
                <a:lnTo>
                  <a:pt x="6" y="23"/>
                </a:lnTo>
                <a:close/>
                <a:moveTo>
                  <a:pt x="10" y="22"/>
                </a:moveTo>
                <a:lnTo>
                  <a:pt x="12" y="22"/>
                </a:lnTo>
                <a:lnTo>
                  <a:pt x="12" y="23"/>
                </a:lnTo>
                <a:lnTo>
                  <a:pt x="10" y="23"/>
                </a:lnTo>
                <a:close/>
                <a:moveTo>
                  <a:pt x="13" y="22"/>
                </a:moveTo>
                <a:lnTo>
                  <a:pt x="14" y="22"/>
                </a:lnTo>
                <a:lnTo>
                  <a:pt x="14" y="23"/>
                </a:lnTo>
                <a:lnTo>
                  <a:pt x="13" y="23"/>
                </a:lnTo>
                <a:close/>
                <a:moveTo>
                  <a:pt x="15" y="22"/>
                </a:moveTo>
                <a:lnTo>
                  <a:pt x="16" y="22"/>
                </a:lnTo>
                <a:lnTo>
                  <a:pt x="16" y="23"/>
                </a:lnTo>
                <a:lnTo>
                  <a:pt x="15" y="23"/>
                </a:lnTo>
                <a:close/>
                <a:moveTo>
                  <a:pt x="17" y="22"/>
                </a:moveTo>
                <a:lnTo>
                  <a:pt x="18" y="22"/>
                </a:lnTo>
                <a:lnTo>
                  <a:pt x="18" y="23"/>
                </a:lnTo>
                <a:lnTo>
                  <a:pt x="17" y="23"/>
                </a:lnTo>
                <a:close/>
                <a:moveTo>
                  <a:pt x="20" y="22"/>
                </a:moveTo>
                <a:lnTo>
                  <a:pt x="25" y="22"/>
                </a:lnTo>
                <a:lnTo>
                  <a:pt x="25" y="23"/>
                </a:lnTo>
                <a:lnTo>
                  <a:pt x="20" y="23"/>
                </a:lnTo>
                <a:close/>
                <a:moveTo>
                  <a:pt x="0" y="23"/>
                </a:moveTo>
                <a:lnTo>
                  <a:pt x="1" y="23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6" y="23"/>
                </a:moveTo>
                <a:lnTo>
                  <a:pt x="7" y="23"/>
                </a:lnTo>
                <a:lnTo>
                  <a:pt x="7" y="24"/>
                </a:lnTo>
                <a:lnTo>
                  <a:pt x="6" y="24"/>
                </a:lnTo>
                <a:close/>
                <a:moveTo>
                  <a:pt x="10" y="23"/>
                </a:moveTo>
                <a:lnTo>
                  <a:pt x="14" y="23"/>
                </a:lnTo>
                <a:lnTo>
                  <a:pt x="14" y="24"/>
                </a:lnTo>
                <a:lnTo>
                  <a:pt x="10" y="24"/>
                </a:lnTo>
                <a:close/>
                <a:moveTo>
                  <a:pt x="17" y="23"/>
                </a:moveTo>
                <a:lnTo>
                  <a:pt x="18" y="23"/>
                </a:lnTo>
                <a:lnTo>
                  <a:pt x="18" y="24"/>
                </a:lnTo>
                <a:lnTo>
                  <a:pt x="17" y="24"/>
                </a:lnTo>
                <a:close/>
                <a:moveTo>
                  <a:pt x="19" y="23"/>
                </a:moveTo>
                <a:lnTo>
                  <a:pt x="21" y="23"/>
                </a:lnTo>
                <a:lnTo>
                  <a:pt x="21" y="24"/>
                </a:lnTo>
                <a:lnTo>
                  <a:pt x="19" y="24"/>
                </a:lnTo>
                <a:close/>
                <a:moveTo>
                  <a:pt x="22" y="23"/>
                </a:moveTo>
                <a:lnTo>
                  <a:pt x="25" y="23"/>
                </a:lnTo>
                <a:lnTo>
                  <a:pt x="25" y="24"/>
                </a:lnTo>
                <a:lnTo>
                  <a:pt x="22" y="24"/>
                </a:lnTo>
                <a:close/>
                <a:moveTo>
                  <a:pt x="0" y="24"/>
                </a:moveTo>
                <a:lnTo>
                  <a:pt x="7" y="24"/>
                </a:lnTo>
                <a:lnTo>
                  <a:pt x="7" y="25"/>
                </a:lnTo>
                <a:lnTo>
                  <a:pt x="0" y="25"/>
                </a:lnTo>
                <a:close/>
                <a:moveTo>
                  <a:pt x="8" y="24"/>
                </a:moveTo>
                <a:lnTo>
                  <a:pt x="9" y="24"/>
                </a:lnTo>
                <a:lnTo>
                  <a:pt x="9" y="25"/>
                </a:lnTo>
                <a:lnTo>
                  <a:pt x="8" y="25"/>
                </a:lnTo>
                <a:close/>
                <a:moveTo>
                  <a:pt x="11" y="24"/>
                </a:moveTo>
                <a:lnTo>
                  <a:pt x="14" y="24"/>
                </a:lnTo>
                <a:lnTo>
                  <a:pt x="14" y="25"/>
                </a:lnTo>
                <a:lnTo>
                  <a:pt x="11" y="25"/>
                </a:lnTo>
                <a:close/>
                <a:moveTo>
                  <a:pt x="16" y="24"/>
                </a:moveTo>
                <a:lnTo>
                  <a:pt x="17" y="24"/>
                </a:lnTo>
                <a:lnTo>
                  <a:pt x="17" y="25"/>
                </a:lnTo>
                <a:lnTo>
                  <a:pt x="16" y="25"/>
                </a:lnTo>
                <a:close/>
                <a:moveTo>
                  <a:pt x="18" y="24"/>
                </a:moveTo>
                <a:lnTo>
                  <a:pt x="19" y="24"/>
                </a:lnTo>
                <a:lnTo>
                  <a:pt x="19" y="25"/>
                </a:lnTo>
                <a:lnTo>
                  <a:pt x="18" y="25"/>
                </a:lnTo>
                <a:close/>
                <a:moveTo>
                  <a:pt x="21" y="24"/>
                </a:moveTo>
                <a:lnTo>
                  <a:pt x="22" y="24"/>
                </a:lnTo>
                <a:lnTo>
                  <a:pt x="22" y="25"/>
                </a:lnTo>
                <a:lnTo>
                  <a:pt x="21" y="25"/>
                </a:lnTo>
                <a:close/>
                <a:moveTo>
                  <a:pt x="24" y="24"/>
                </a:moveTo>
                <a:lnTo>
                  <a:pt x="25" y="24"/>
                </a:lnTo>
                <a:lnTo>
                  <a:pt x="25" y="25"/>
                </a:lnTo>
                <a:lnTo>
                  <a:pt x="24" y="25"/>
                </a:lnTo>
                <a:close/>
              </a:path>
            </a:pathLst>
          </a:custGeom>
          <a:solidFill>
            <a:srgbClr val="14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R caption"/>
          <p:cNvSpPr txBox="1"/>
          <p:nvPr/>
        </p:nvSpPr>
        <p:spPr>
          <a:xfrm>
            <a:off x="8503920" y="49743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Scan to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A2UI Catalog: call to action (test deck)</dc:title>
  <dc:subject/>
  <dc:creator>A2UI Catalog</dc:creator>
  <cp:keywords>target=google-slides</cp:keywords>
  <dc:description>generated using python-pptx</dc:description>
  <cp:lastModifiedBy>Steve Canny</cp:lastModifiedBy>
  <cp:revision>1</cp:revision>
  <dcterms:created xsi:type="dcterms:W3CDTF">2026-10-08T08:00:00Z</dcterms:created>
  <dcterms:modified xsi:type="dcterms:W3CDTF">2026-10-08T08:00:00Z</dcterms:modified>
  <cp:category/>
  <dc:language>en-US</dc:language>
</cp:coreProperties>
</file>